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Fluffy Assistant Desktop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A Detailed Technical Analysis &amp; System 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366F1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🐰 Fluffy is a lightweight, privacy-focused system monitor and security guardian.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🛠️ Built for Windows using a high-performance multi-language stack (Rust, Python, TS).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🛡️ Features signature-less behavioral threat detection (Guardian).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🗣️ Integrated Voice Control and LLM Chat for an intelligent desktop experience.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🔒 100% Local Processing - Zero data exfiltration by design.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366F1"/>
                </a:solidFill>
              </a:defRPr>
            </a:pPr>
            <a:r>
              <a:t>Hexagonal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3200400" cy="4114800"/>
          </a:xfrm>
          <a:prstGeom prst="roundRect">
            <a:avLst/>
          </a:prstGeom>
          <a:solidFill>
            <a:srgbClr val="DBEAFE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UI LAYER</a:t>
            </a:r>
          </a:p>
          <a:p>
            <a:r>
              <a:t>(Tauri + TS)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371600"/>
            <a:ext cx="3200400" cy="4114800"/>
          </a:xfrm>
          <a:prstGeom prst="roundRect">
            <a:avLst/>
          </a:prstGeom>
          <a:solidFill>
            <a:srgbClr val="E0E7FF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INTELLIGENCE LAYER</a:t>
            </a:r>
          </a:p>
          <a:p>
            <a:r>
              <a:t>(Python Brain)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371600"/>
            <a:ext cx="3017520" cy="4114800"/>
          </a:xfrm>
          <a:prstGeom prst="roundRect">
            <a:avLst/>
          </a:prstGeom>
          <a:solidFill>
            <a:srgbClr val="FEF3C7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CORE LAYER</a:t>
            </a:r>
          </a:p>
          <a:p>
            <a:r>
              <a:t>(Rust Engine)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114800" y="3429000"/>
            <a:ext cx="45720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772400" y="3429000"/>
            <a:ext cx="457200" cy="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246120" y="3017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HTTP/WS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3017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0">
                <a:solidFill>
                  <a:srgbClr val="475569"/>
                </a:solidFill>
              </a:defRPr>
            </a:pPr>
            <a:r>
              <a:t>IPC (TCP)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366F1"/>
                </a:solidFill>
              </a:defRPr>
            </a:pPr>
            <a:r>
              <a:t>File Structure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/core - Rust Monitoring Engine (Performance/System Access)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/brain - Python Intelligence Layer (Security/Logic/Memory)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/ui/tauri - Desktop Shell and IPC Hub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/ui/frontend - Modern Dashboard Assets (Vite/TypeScript)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/ai - LLM Connectors and Intent Classifiers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/voice - STT (Vosk) and TTS (Piper) Implementations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/fluffy_data - Persistent storage (Memory/Baselines/History)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366F1"/>
                </a:solidFill>
              </a:defRPr>
            </a:pPr>
            <a:r>
              <a:t>Core Service: The Rust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🏎️ Native precision: Collects system metrics every 100ms.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📡 Telemetry Hub: Broadcasts JSON states over TCP port 9001.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⚙️ Hardware Controller: Direct access to Volume and Brightness APIs.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🛡️ Process Manager: Safe termination and tree traversal via 'sysinfo'.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🌐 Network Monitor: Uses ETW for per-process packet tracking.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366F1"/>
                </a:solidFill>
              </a:defRPr>
            </a:pPr>
            <a:r>
              <a:t>Code Deep-Dive: Rust Telemetry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7315200" cy="457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694944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Consolas"/>
              </a:defRPr>
            </a:pPr>
            <a:r>
              <a:t>loop {</a:t>
            </a:r>
          </a:p>
          <a:p>
            <a:r>
              <a:t>    system.refresh_cpu_all();</a:t>
            </a:r>
          </a:p>
          <a:p>
            <a:r>
              <a:t>    system.refresh_processes(ProcessesToUpdate::All);</a:t>
            </a:r>
          </a:p>
          <a:p>
            <a:r>
              <a:t>    </a:t>
            </a:r>
          </a:p>
          <a:p>
            <a:r>
              <a:t>    let stats = transform_to_fluffy_json(system);</a:t>
            </a:r>
          </a:p>
          <a:p>
            <a:r>
              <a:t>    let message = json!({ </a:t>
            </a:r>
          </a:p>
          <a:p>
            <a:r>
              <a:t>        "type": "telemetry", </a:t>
            </a:r>
          </a:p>
          <a:p>
            <a:r>
              <a:t>        "data": stats </a:t>
            </a:r>
          </a:p>
          <a:p>
            <a:r>
              <a:t>    }).to_string();</a:t>
            </a:r>
          </a:p>
          <a:p>
            <a:r>
              <a:t>    </a:t>
            </a:r>
          </a:p>
          <a:p>
            <a:r>
              <a:t>    ipc_server.broadcast(message); // Port 9001</a:t>
            </a:r>
          </a:p>
          <a:p>
            <a:r>
              <a:t>    thread::sleep(Duration::from_millis(2000));</a:t>
            </a:r>
          </a:p>
          <a:p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refreshes only necessary components to save CPU.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serializes to a standardized 'Fluffy' schema.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uses thread-safe broadcast to multi-client Brains.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366F1"/>
                </a:solidFill>
              </a:defRPr>
            </a:pPr>
            <a:r>
              <a:t>Brain Service: The Python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🧠 Semantic Monitor: Converts raw metrics into health signals.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🗄️ State Manager: Thread-safe repository of current system health.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🛡️ Guardian Engine: The primary behavioral analysis pipeline.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🔌 Flask API: Bridge between the native UI and the internal logic.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🎙️ Audio Manager: Coordinates STT input and TTS feedback.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366F1"/>
                </a:solidFill>
              </a:defRPr>
            </a:pPr>
            <a:r>
              <a:t>Security Guardian: Detection DNA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1. Path Integrity: Execution from %TEMP% flagged immediately (+30).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2. Resource Spikes: CPU &gt;3x baseline detected via EMA analysis (+20).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3. Child Spawning: Rapid creation of CLI sub-processes tracked (+25).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4. Persistence: Monitoring 'Run' registry keys and Startup folders (+40).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🚀 Learning Phase: A 5-minute baseline established on first startup.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366F1"/>
                </a:solidFill>
              </a:defRPr>
            </a:pPr>
            <a:r>
              <a:t>Algorithm: Adaptive Learning (EMA)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6400800" cy="36576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60350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Consolas"/>
              </a:defRPr>
            </a:pPr>
            <a:r>
              <a:t># math.py logic</a:t>
            </a:r>
          </a:p>
          <a:p>
            <a:r>
              <a:t>def update_baseline(old_avg, new_val, alpha=0.01):</a:t>
            </a:r>
          </a:p>
          <a:p>
            <a:r>
              <a:t>    return (alpha * new_val) + ((1 - alpha) * old_avg)</a:t>
            </a:r>
          </a:p>
          <a:p/>
          <a:p>
            <a:r>
              <a:t># Guardian update</a:t>
            </a:r>
          </a:p>
          <a:p>
            <a:r>
              <a:t>baseline['avg_cpu'] = update_baseline(</a:t>
            </a:r>
          </a:p>
          <a:p>
            <a:r>
              <a:t>    baseline['avg_cpu'], </a:t>
            </a:r>
          </a:p>
          <a:p>
            <a:r>
              <a:t>    current_cpu</a:t>
            </a:r>
          </a:p>
          <a:p>
            <a:r>
              <a:t>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alpha=0.01 provides 'long-term memory'.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prevents false positives from transient spikes.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• adapts to user's daily software habits.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366F1"/>
                </a:solidFill>
              </a:defRPr>
            </a:pPr>
            <a:r>
              <a:t>UI Layer: Modern Native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✨ Windows Native performance via Tauri.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📊 Dynamic charting (EMA-smoothed) for CPU/RAM visualization.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🌳 Process Tree: Real-time parent-child hierarchy display.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💬 Interactive FAB: Floating chat button for instant AI access.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🎨 Glassmorphism design system with responsive layouts.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366F1"/>
                </a:solidFill>
              </a:defRPr>
            </a:pPr>
            <a:r>
              <a:t>Workflow: Telemetry Data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1828800"/>
            <a:ext cx="731520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1. Core collects metrics from OS kernel.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0" y="2377440"/>
            <a:ext cx="0" cy="27432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286000" y="2651760"/>
            <a:ext cx="731520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2. Core broadcasts JSON via TCP Socket.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0" y="3200400"/>
            <a:ext cx="0" cy="27432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86000" y="3474720"/>
            <a:ext cx="731520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3. Brain receives &amp; executes Guardian logic.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0" y="4023359"/>
            <a:ext cx="0" cy="274321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286000" y="4297680"/>
            <a:ext cx="731520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4. Brain updates State Store (Flask).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0" y="4846320"/>
            <a:ext cx="0" cy="274320"/>
          </a:xfrm>
          <a:prstGeom prst="line">
            <a:avLst/>
          </a:prstGeom>
          <a:ln w="254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86000" y="5120640"/>
            <a:ext cx="7315200" cy="54864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5. UI polls State every 1s for immediate display.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366F1"/>
                </a:solidFill>
              </a:defRPr>
            </a:pPr>
            <a:r>
              <a:t>Persistent Memory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💾 JSON Long-Term Store: Saves preferences, trusted PIDs, and identities.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🧠 Multi-Session Context: Remembers previous chat topics and actions.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🛡️ Trusted Whitelist: Processes marked as safe persist across reboots.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📝 Session Buffer: Tracks dangerous actions for delayed confirmation.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366F1"/>
                </a:solidFill>
              </a:defRPr>
            </a:pPr>
            <a:r>
              <a:t>Safety Control: Interrupt Commands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Keywords: "Stop", "Cancel", "Abort", "Shut up", "Nevermind".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⚡ Immediate Cancellation: Halts TTS playback in &lt;50ms.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🛑 Logic Reset: Clears all pending intents and confirmation prompts.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🔔 Visual Feedback: Toast notifications confirm the interrupt.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366F1"/>
                </a:solidFill>
              </a:defRPr>
            </a:pPr>
            <a:r>
              <a:t>Natural Language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🎤 STT: Vosk Offline Engine (privacy-centric).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🔊 TTS: Piper Neural Voices (highly realistic).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🤖 LLM Support: OpenAI, Claude, Groq, and Ollama (Local).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🧪 Intent Mapping: Maps speech to 15+ internal system commands.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366F1"/>
                </a:solidFill>
              </a:defRPr>
            </a:pPr>
            <a:r>
              <a:t>The Self-Improvement 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👁️ Observer: Tracks user failures or 'I don't know' responses.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🏗️ Architect: Suggests new Python extensions to handle new commands.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🔨 Generator: Auto-writes and installs extensions into /brain/extensions.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📦 Dynamic Loading: New features become active without a system restart.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366F1"/>
                </a:solidFill>
              </a:defRPr>
            </a:pPr>
            <a:r>
              <a:t>The 'Normalize'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🔊 Sound: Resets volume to 50% for optimal environment.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☀️ Visuals: Forces brightness to 70-80% to avoid eye strain.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🧹 Disk: Purges Windows /Temp folders of bloated logs.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🔍 Security: Triggers a deep Guardian scan for all active PIDs.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🎯 Goal: Bring messy systems back to a pristine baseline.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6366F1"/>
                </a:solidFill>
              </a:defRPr>
            </a:pPr>
            <a:r>
              <a:t>Conclusion &amp;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✅ Technical Excellence: Multi-service architecture for speed and safety.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✅ Privacy First: No dependencies on third-party cloud data mining.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✅ Future: Cross-platform support and decentralized P2P telemetry.</a:t>
            </a:r>
          </a:p>
          <a:p>
            <a:pPr>
              <a:spcAft>
                <a:spcPts val="1200"/>
              </a:spcAft>
              <a:defRPr sz="2200">
                <a:solidFill>
                  <a:srgbClr val="1E293B"/>
                </a:solidFill>
              </a:defRPr>
            </a:pPr>
            <a:r>
              <a:t>🐰 Fluffy: Where System Monitoring meets Personal Intelligence.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Questions? | documentation/agent.md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